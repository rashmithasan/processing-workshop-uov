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2926080" cy="457200"/>
          </a:xfrm>
          <a:prstGeom prst="round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</a:rPr>
              <a:t>THE PROJECT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Canal Navigator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11480" y="19202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CAD9"/>
                </a:solidFill>
              </a:rPr>
              <a:t>A mouse-driven ship navigation game with 5 levels of increasing challenge.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26974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</a:rPr>
              <a:t>PROGRAMMING CONCEPTS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3063240"/>
            <a:ext cx="2331720" cy="347472"/>
          </a:xfrm>
          <a:prstGeom prst="rect">
            <a:avLst/>
          </a:prstGeom>
          <a:solidFill>
            <a:srgbClr val="1A5276">
              <a:alpha val="8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063240"/>
            <a:ext cx="233172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🧩  Classes &amp; Objects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34640" y="3063240"/>
            <a:ext cx="2331720" cy="347472"/>
          </a:xfrm>
          <a:prstGeom prst="rect">
            <a:avLst/>
          </a:prstGeom>
          <a:solidFill>
            <a:srgbClr val="1A5276">
              <a:alpha val="8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3063240"/>
            <a:ext cx="233172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🔁  Iteration (for/while)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3520440"/>
            <a:ext cx="2331720" cy="347472"/>
          </a:xfrm>
          <a:prstGeom prst="rect">
            <a:avLst/>
          </a:prstGeom>
          <a:solidFill>
            <a:srgbClr val="1A5276">
              <a:alpha val="8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520440"/>
            <a:ext cx="233172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🔀  Selection (if/else)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34640" y="3520440"/>
            <a:ext cx="2331720" cy="347472"/>
          </a:xfrm>
          <a:prstGeom prst="rect">
            <a:avLst/>
          </a:prstGeom>
          <a:solidFill>
            <a:srgbClr val="1A5276">
              <a:alpha val="8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3520440"/>
            <a:ext cx="233172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📦  Global &amp; Local Vars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977640"/>
            <a:ext cx="2331720" cy="347472"/>
          </a:xfrm>
          <a:prstGeom prst="rect">
            <a:avLst/>
          </a:prstGeom>
          <a:solidFill>
            <a:srgbClr val="1A5276">
              <a:alpha val="8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977640"/>
            <a:ext cx="233172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📬  Parameter Passing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834640" y="3977640"/>
            <a:ext cx="2331720" cy="347472"/>
          </a:xfrm>
          <a:prstGeom prst="rect">
            <a:avLst/>
          </a:prstGeom>
          <a:solidFill>
            <a:srgbClr val="1A5276">
              <a:alpha val="8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0" y="3977640"/>
            <a:ext cx="233172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🔧  Sub-programs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0" y="320040"/>
            <a:ext cx="3337560" cy="4572000"/>
          </a:xfrm>
          <a:prstGeom prst="rect">
            <a:avLst/>
          </a:prstGeom>
          <a:solidFill>
            <a:srgbClr val="A8D8E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3200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A5276"/>
                </a:solidFill>
              </a:rPr>
              <a:t>LIVE GAME PREVIEW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86400" y="320040"/>
            <a:ext cx="3337560" cy="411480"/>
          </a:xfrm>
          <a:prstGeom prst="rect">
            <a:avLst/>
          </a:prstGeom>
          <a:solidFill>
            <a:srgbClr val="1A5276">
              <a:alpha val="70000"/>
            </a:srgbClr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32004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Level 3          Time: 8s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32120" y="868680"/>
            <a:ext cx="2926080" cy="6400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0" y="868680"/>
            <a:ext cx="502920" cy="20116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32120" y="2514600"/>
            <a:ext cx="2926080" cy="6400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77840" y="1051560"/>
            <a:ext cx="320040" cy="3200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92440" y="2743200"/>
            <a:ext cx="320040" cy="3200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37960" y="1051560"/>
            <a:ext cx="347472" cy="3474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0" y="457200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5276"/>
                </a:solidFill>
              </a:rPr>
              <a:t>🟢 Start   🔴 End   🟠 Ship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</a:rPr>
              <a:t>THE CODE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74904" y="877824"/>
            <a:ext cx="2743200" cy="402336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2296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22960"/>
            <a:ext cx="2743200" cy="4114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22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Ship Class  ·  Ship.pde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" y="1325880"/>
            <a:ext cx="2523744" cy="178308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" y="1353312"/>
            <a:ext cx="245059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update()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dx = map(noise(noiseOff), 0, 1, -3, 3);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 += (mouseX - x) * smooth + dx;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noiseOff += 0.05;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29768" y="3200400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39C12"/>
                </a:solidFill>
              </a:rPr>
              <a:t>What it does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9768" y="3401568"/>
            <a:ext cx="25237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E68"/>
                </a:solidFill>
              </a:rPr>
              <a:t>Perlin noise adds natural drift to the ship as it chases the mouse — making control harder.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29768" y="4133088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39C12"/>
                </a:solidFill>
              </a:rPr>
              <a:t>Challenge solved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29768" y="4334256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E68"/>
                </a:solidFill>
              </a:rPr>
              <a:t>Tuning 'smooth' and noise amplitude to feel fair but tricky.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46704" y="877824"/>
            <a:ext cx="2743200" cy="402336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82296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822960"/>
            <a:ext cx="2743200" cy="4114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822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Canal Class  ·  Canal.pde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01568" y="1325880"/>
            <a:ext cx="2523744" cy="178308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38144" y="1353312"/>
            <a:ext cx="245059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waypoints.length-1; i++)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(float t = 0; t &lt;= 1; t += 0.05)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path.add(PVector.lerp(waypoints[i],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waypoints[i+1], t));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401568" y="3200400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5276"/>
                </a:solidFill>
              </a:rPr>
              <a:t>What it does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401568" y="3401568"/>
            <a:ext cx="25237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E68"/>
                </a:solidFill>
              </a:rPr>
              <a:t>lerp() samples points along each canal segment. hitsWall() checks ship distance against that sampled path.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01568" y="4133088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5276"/>
                </a:solidFill>
              </a:rPr>
              <a:t>Challenge solved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401568" y="4334256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E68"/>
                </a:solidFill>
              </a:rPr>
              <a:t>Balancing roadWidth per level so it's hard but not impossible.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318504" y="877824"/>
            <a:ext cx="2743200" cy="402336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82296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822960"/>
            <a:ext cx="274320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822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Game Class  ·  evgs.pde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73368" y="1325880"/>
            <a:ext cx="2523744" cy="178308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9944" y="1353312"/>
            <a:ext cx="245059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States: 0:WAIT 1:PLAY 2:CLEAR 3:LOSE 4:FINISH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(state == 0 &amp;&amp; ship.isHovered())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state = 1;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startTime = millis();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(timeLeft() &lt;= 0 || canal.hitsWall(ship)) state = 3;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373368" y="3200400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AE60"/>
                </a:solidFill>
              </a:rPr>
              <a:t>What it does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373368" y="3401568"/>
            <a:ext cx="25237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E68"/>
                </a:solidFill>
              </a:rPr>
              <a:t>A 5-state finite state machine drives the whole game loop — clean and easy to extend.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373368" y="4133088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AE60"/>
                </a:solidFill>
              </a:rPr>
              <a:t>Challenge solved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373368" y="4334256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E68"/>
                </a:solidFill>
              </a:rPr>
              <a:t>Keeping all logic inside update() so display() is purely visual.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3108960" cy="411480"/>
          </a:xfrm>
          <a:prstGeom prst="round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REFERENCES &amp; REFLECTION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 Used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36576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Processing Reference (noise, PVector, lerp)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56362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CAD9"/>
                </a:solidFill>
              </a:rPr>
              <a:t>processing.org/reference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2011680"/>
            <a:ext cx="36576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116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The Coding Train — Perlin Noise tutorial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24942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CAD9"/>
                </a:solidFill>
              </a:rPr>
              <a:t>thecodingtrain.com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697480"/>
            <a:ext cx="36576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974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Assistance (Claude) — concept understanding &amp; debugging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93522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CAD9"/>
                </a:solidFill>
              </a:rPr>
              <a:t>claude.ai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3383280"/>
            <a:ext cx="36576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3832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Ring Challenge (original inspiration for gameplay idea)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362102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CAD9"/>
                </a:solidFill>
              </a:rPr>
              <a:t>— gameplay concept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777240"/>
            <a:ext cx="0" cy="4114800"/>
          </a:xfrm>
          <a:prstGeom prst="line">
            <a:avLst/>
          </a:prstGeom>
          <a:noFill/>
          <a:ln w="12700">
            <a:solidFill>
              <a:srgbClr val="1C7293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4892040" y="8686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92040" y="13258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C7293"/>
                </a:solidFill>
              </a:rPr>
              <a:t>WHAT WE LEARNED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92040" y="166420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4FB"/>
                </a:solidFill>
              </a:rPr>
              <a:t>→  How OOP classes keep code organised and reusable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20116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4FB"/>
                </a:solidFill>
              </a:rPr>
              <a:t>→  How Perlin noise creates natural, unpredictable motion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23591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4FB"/>
                </a:solidFill>
              </a:rPr>
              <a:t>→  How state machines manage complex game flow cleanly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270662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4FB"/>
                </a:solidFill>
              </a:rPr>
              <a:t>→  How lerp() and PVector enable smooth path calculations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31546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C7293"/>
                </a:solidFill>
              </a:rPr>
              <a:t>WHAT WE'D IMPROVE WITH MORE TIME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92040" y="35021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4FB"/>
                </a:solidFill>
              </a:rPr>
              <a:t>→  Add moving obstacles and a global high-score leaderboard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384962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4FB"/>
                </a:solidFill>
              </a:rPr>
              <a:t>→  Custom canal editor so players can design their own levels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Built with Processing 4  ·  Week Two Bootcamp  ·  Demo Day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2026-04-29T00:02:02Z</dcterms:created>
  <dcterms:modified xsi:type="dcterms:W3CDTF">2026-04-29T00:02:02Z</dcterms:modified>
</cp:coreProperties>
</file>