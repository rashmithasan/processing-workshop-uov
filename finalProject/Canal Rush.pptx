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891" y="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8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9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3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1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9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3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7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4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6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90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6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8E008-25CE-493E-AED6-17700AAA67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A7C9C-0BCB-4FE0-BEB0-CAF93E9E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4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888B-993B-463F-8E36-21CD6FE68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53243" y="-179614"/>
            <a:ext cx="9144000" cy="23876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Canal Rush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23ED9-260E-4C0F-8B02-B9BE16876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528" y="2421505"/>
            <a:ext cx="6836229" cy="1655762"/>
          </a:xfrm>
        </p:spPr>
        <p:txBody>
          <a:bodyPr/>
          <a:lstStyle/>
          <a:p>
            <a:pPr algn="l"/>
            <a:r>
              <a:rPr lang="en-US" sz="2400" dirty="0">
                <a:solidFill>
                  <a:srgbClr val="DCE8F0"/>
                </a:solidFill>
              </a:rPr>
              <a:t>A mouse-controlled navigation game .</a:t>
            </a:r>
          </a:p>
          <a:p>
            <a:pPr algn="l"/>
            <a:r>
              <a:rPr lang="en-US" sz="2400" dirty="0">
                <a:solidFill>
                  <a:srgbClr val="DCE8F0"/>
                </a:solidFill>
              </a:rPr>
              <a:t>Guide the orange ball through narrowing canals before time runs out. Hit the walls or run out of time and it's game over.</a:t>
            </a:r>
            <a:endParaRPr lang="en-US" sz="2400" dirty="0"/>
          </a:p>
          <a:p>
            <a:pPr algn="l"/>
            <a:endParaRPr lang="en-US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B2D59A9-16C2-4638-9386-5ABD405B7C52}"/>
              </a:ext>
            </a:extLst>
          </p:cNvPr>
          <p:cNvSpPr/>
          <p:nvPr/>
        </p:nvSpPr>
        <p:spPr>
          <a:xfrm>
            <a:off x="854528" y="51756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Team</a:t>
            </a:r>
            <a:endParaRPr lang="en-US" sz="10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8EB6E39-7785-4593-953C-5AADEAE0E09F}"/>
              </a:ext>
            </a:extLst>
          </p:cNvPr>
          <p:cNvSpPr/>
          <p:nvPr/>
        </p:nvSpPr>
        <p:spPr>
          <a:xfrm>
            <a:off x="854528" y="54499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F0"/>
                </a:solidFill>
              </a:rPr>
              <a:t>2024/ICTS/028</a:t>
            </a:r>
            <a:endParaRPr lang="en-US" sz="11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66E40FC-C1D4-4EAB-9658-9A57EC0B20BC}"/>
              </a:ext>
            </a:extLst>
          </p:cNvPr>
          <p:cNvSpPr/>
          <p:nvPr/>
        </p:nvSpPr>
        <p:spPr>
          <a:xfrm>
            <a:off x="854528" y="57425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F0"/>
                </a:solidFill>
              </a:rPr>
              <a:t>2024/ICTS/140</a:t>
            </a:r>
            <a:endParaRPr lang="en-US" sz="11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E2C02A4-EFCA-4DF3-934A-FFA0B5A9A6AB}"/>
              </a:ext>
            </a:extLst>
          </p:cNvPr>
          <p:cNvSpPr/>
          <p:nvPr/>
        </p:nvSpPr>
        <p:spPr>
          <a:xfrm>
            <a:off x="854528" y="60351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F0"/>
                </a:solidFill>
              </a:rPr>
              <a:t>2024?ICTS141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9312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26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59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46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Theme</vt:lpstr>
      <vt:lpstr>Canal Rush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Canal Rush</dc:title>
  <dc:creator>Rashmitha Sandeep</dc:creator>
  <cp:lastModifiedBy>Rashmitha Sandeep</cp:lastModifiedBy>
  <cp:revision>1</cp:revision>
  <dcterms:created xsi:type="dcterms:W3CDTF">2026-04-29T00:27:14Z</dcterms:created>
  <dcterms:modified xsi:type="dcterms:W3CDTF">2026-04-29T00:31:37Z</dcterms:modified>
</cp:coreProperties>
</file>