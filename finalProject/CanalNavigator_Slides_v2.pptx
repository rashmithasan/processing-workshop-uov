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8FA8"/>
                </a:solidFill>
              </a:rPr>
              <a:t>WEEK 2 BOOTCAMP  ·  FINAL PROJECT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 Navigator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CE8F0"/>
                </a:solidFill>
              </a:rPr>
              <a:t>A mouse-controlled ship navigation game — guide the orange vessel through narrowing canals before time runs out. Hit the walls or run out of time and it's game over.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</a:rPr>
              <a:t>Team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8F0"/>
                </a:solidFill>
              </a:rPr>
              <a:t>[Member 1]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1729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8F0"/>
                </a:solidFill>
              </a:rPr>
              <a:t>[Member 2]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655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8F0"/>
                </a:solidFill>
              </a:rPr>
              <a:t>[Member 3]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2606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8EA"/>
                </a:solidFill>
              </a:rPr>
              <a:t>Concepts used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2880360"/>
            <a:ext cx="1207008" cy="246888"/>
          </a:xfrm>
          <a:prstGeom prst="rect">
            <a:avLst/>
          </a:prstGeom>
          <a:solidFill>
            <a:srgbClr val="1A5276">
              <a:alpha val="65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880360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8F0"/>
                </a:solidFill>
              </a:rPr>
              <a:t>Classes &amp; Objects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13632" y="2880360"/>
            <a:ext cx="1207008" cy="246888"/>
          </a:xfrm>
          <a:prstGeom prst="rect">
            <a:avLst/>
          </a:prstGeom>
          <a:solidFill>
            <a:srgbClr val="1A5276">
              <a:alpha val="65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2880360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8F0"/>
                </a:solidFill>
              </a:rPr>
              <a:t>Iteration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51760" y="3191256"/>
            <a:ext cx="1207008" cy="246888"/>
          </a:xfrm>
          <a:prstGeom prst="rect">
            <a:avLst/>
          </a:prstGeom>
          <a:solidFill>
            <a:srgbClr val="1A5276">
              <a:alpha val="65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191256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8F0"/>
                </a:solidFill>
              </a:rPr>
              <a:t>Selection (if/else)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13632" y="3191256"/>
            <a:ext cx="1207008" cy="246888"/>
          </a:xfrm>
          <a:prstGeom prst="rect">
            <a:avLst/>
          </a:prstGeom>
          <a:solidFill>
            <a:srgbClr val="1A5276">
              <a:alpha val="65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3191256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8F0"/>
                </a:solidFill>
              </a:rPr>
              <a:t>Global &amp; Local Vars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51760" y="3502152"/>
            <a:ext cx="1207008" cy="246888"/>
          </a:xfrm>
          <a:prstGeom prst="rect">
            <a:avLst/>
          </a:prstGeom>
          <a:solidFill>
            <a:srgbClr val="1A5276">
              <a:alpha val="65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3502152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8F0"/>
                </a:solidFill>
              </a:rPr>
              <a:t>Parameter Passing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13632" y="3502152"/>
            <a:ext cx="1207008" cy="246888"/>
          </a:xfrm>
          <a:prstGeom prst="rect">
            <a:avLst/>
          </a:prstGeom>
          <a:solidFill>
            <a:srgbClr val="1A5276">
              <a:alpha val="65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3502152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E8F0"/>
                </a:solidFill>
              </a:rPr>
              <a:t>Sub-programs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49240" y="320040"/>
            <a:ext cx="3520440" cy="4663440"/>
          </a:xfrm>
          <a:prstGeom prst="rect">
            <a:avLst/>
          </a:prstGeom>
          <a:solidFill>
            <a:srgbClr val="A8D8EA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320040"/>
            <a:ext cx="3520440" cy="365760"/>
          </a:xfrm>
          <a:prstGeom prst="rect">
            <a:avLst/>
          </a:prstGeom>
          <a:solidFill>
            <a:srgbClr val="1A5276">
              <a:alpha val="75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320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Level 2            Time: 8s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13248" y="2103120"/>
            <a:ext cx="333756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41264" y="2331720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331720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2350008"/>
            <a:ext cx="384048" cy="3840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13248" y="2057400"/>
            <a:ext cx="3337560" cy="91440"/>
          </a:xfrm>
          <a:prstGeom prst="rect">
            <a:avLst/>
          </a:prstGeom>
          <a:solidFill>
            <a:srgbClr val="E74C3C">
              <a:alpha val="50000"/>
            </a:srgbClr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13248" y="312724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← steer with mouse 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4663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276"/>
                </a:solidFill>
              </a:rPr>
              <a:t>5 levels  ·  narrowing canals  ·  Perlin noise drift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FA8"/>
                </a:solidFill>
              </a:rPr>
              <a:t>One key section per team member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4864" cy="3703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14300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9"/>
                </a:solidFill>
              </a:rPr>
              <a:t>[Member 1]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39903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Ship.pde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655064"/>
            <a:ext cx="2596896" cy="157276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09928"/>
            <a:ext cx="248716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dx = map(noise(noiseOff),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0, 1, -3, 3);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+= (mouseX - x) * smooth + dx;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noiseOff += 0.05;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603504" y="330098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9C12"/>
                </a:solidFill>
              </a:rPr>
              <a:t>What it does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504" y="3502152"/>
            <a:ext cx="2596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C3E50"/>
                </a:solidFill>
              </a:rPr>
              <a:t>Perlin noise adds a small random drift to the ship every frame. smooth = 0.06 means the ship only closes 6% of the gap to the mouse each frame — so it lags behind and wobbles.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" y="423367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9C12"/>
                </a:solidFill>
              </a:rPr>
              <a:t>Design decision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03504" y="443484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Chose noise() over random() so the drift feels organic, not jittery.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" y="4709160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9C12"/>
                </a:solidFill>
              </a:rPr>
              <a:t>Challenge solved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3504" y="489204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Tuning smooth and noise range so the game is hard but not unfair.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28416" y="1143000"/>
            <a:ext cx="54864" cy="3703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14300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9"/>
                </a:solidFill>
              </a:rPr>
              <a:t>[Member 2]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39903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Canal.pde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1655064"/>
            <a:ext cx="2596896" cy="157276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9584" y="1709928"/>
            <a:ext cx="248716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i&lt;waypoints.length-1; i++){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(float t=0; t&lt;=1; t+=0.05)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path.add(PVector.lerp(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waypoints[i], waypoints[i+1], t));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474720" y="330098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</a:rPr>
              <a:t>What it does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0" y="3502152"/>
            <a:ext cx="2596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C3E50"/>
                </a:solidFill>
              </a:rPr>
              <a:t>Samples points along each canal segment using lerp(). hitsWall() then finds the closest sampled point to the ship — if it's further than roadWidth the ship has left the canal.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423367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</a:rPr>
              <a:t>Design decision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0" y="443484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Smaller t step = denser path = more accurate collision at a small speed cost.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4709160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276"/>
                </a:solidFill>
              </a:rPr>
              <a:t>Challenge solved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0" y="489204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Getting roadWidth right per level so it's tight but feels fair.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99632" y="1143000"/>
            <a:ext cx="54864" cy="3703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5936" y="114300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929"/>
                </a:solidFill>
              </a:rPr>
              <a:t>[Member 3]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45936" y="139903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FA8"/>
                </a:solidFill>
              </a:rPr>
              <a:t>evgs.pde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45936" y="1655064"/>
            <a:ext cx="2596896" cy="157276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709928"/>
            <a:ext cx="2487168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0:WAIT 1:PLAY 2:CLEAR 3:LOSE 4:FINISH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(state==0 &amp;&amp; ship.isHovered()) {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 = 1;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startTime = millis();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(timeLeft()&lt;=0 || canal.hitsWall(ship))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 = 3;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6345936" y="3300984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What it does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45936" y="3502152"/>
            <a:ext cx="25968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C3E50"/>
                </a:solidFill>
              </a:rPr>
              <a:t>A 5-state machine drives the whole game. Every frame update() checks only the active state and transitions when needed — keeping logic clean.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45936" y="4233672"/>
            <a:ext cx="2596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Design decision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45936" y="443484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Separating update() and display() so display() is purely visual, never changes state.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45936" y="4709160"/>
            <a:ext cx="25968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</a:rPr>
              <a:t>Challenge solved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45936" y="4892040"/>
            <a:ext cx="2596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Making sure hover-to-start only fires once and resets cleanly on retry.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Reflection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1051560"/>
            <a:ext cx="0" cy="3794760"/>
          </a:xfrm>
          <a:prstGeom prst="line">
            <a:avLst/>
          </a:prstGeom>
          <a:noFill/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8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109728" cy="109728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813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All members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68249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CE8F0"/>
                </a:solidFill>
              </a:rPr>
              <a:t>Processing reference — noise(), PVector, lerp(), dist(), millis()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FA8"/>
                </a:solidFill>
              </a:rPr>
              <a:t>processing.org/reference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313432"/>
            <a:ext cx="109728" cy="109728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585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[Member 2]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" y="24597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CE8F0"/>
                </a:solidFill>
              </a:rPr>
              <a:t>The Coding Train — "Perlin Noise" tutorial (noise() concept)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2788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FA8"/>
                </a:solidFill>
              </a:rPr>
              <a:t>thecodingtrain.com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109728" cy="109728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358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All members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8368" y="323697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CE8F0"/>
                </a:solidFill>
              </a:rPr>
              <a:t>AI assistance (Claude) — used to understand concepts and debug; all code understood and explained by the team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FA8"/>
                </a:solidFill>
              </a:rPr>
              <a:t>claude.ai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109728" cy="109728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8130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D8EA"/>
                </a:solidFill>
              </a:rPr>
              <a:t>All members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58368" y="40142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CE8F0"/>
                </a:solidFill>
              </a:rPr>
              <a:t>Ring Challenge game — original inspiration for the gameplay idea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8368" y="4343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8FA8"/>
                </a:solidFill>
              </a:rPr>
              <a:t>gameplay concept only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D8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00600" y="14630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8FA8"/>
                </a:solidFill>
              </a:rPr>
              <a:t>What each member learned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17830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[Member 1]  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19842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CE8F0"/>
                </a:solidFill>
              </a:rPr>
              <a:t>How Perlin noise creates smooth, natural-feeling randomness compared to random().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29514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[Member 2]  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0600" y="2496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CE8F0"/>
                </a:solidFill>
              </a:rPr>
              <a:t>How lerp() and path-sampling make accurate collision detection possible.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8072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[Member 3]  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00837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CE8F0"/>
                </a:solidFill>
              </a:rPr>
              <a:t>How a state machine keeps game logic clean and easy to extend.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33832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8FA8"/>
                </a:solidFill>
              </a:rPr>
              <a:t>What we'd improve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3657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0"/>
                </a:solidFill>
              </a:rPr>
              <a:t>→  Moving obstacles inside the canal to dodge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977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0"/>
                </a:solidFill>
              </a:rPr>
              <a:t>→  A level editor so players can draw their own canal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4297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8F0"/>
                </a:solidFill>
              </a:rPr>
              <a:t>→  A global leaderboard storing your best times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2026-04-29T00:15:51Z</dcterms:created>
  <dcterms:modified xsi:type="dcterms:W3CDTF">2026-04-29T00:15:51Z</dcterms:modified>
</cp:coreProperties>
</file>