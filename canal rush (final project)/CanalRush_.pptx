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9C11"/>
    <a:srgbClr val="3C718F"/>
    <a:srgbClr val="C95801"/>
    <a:srgbClr val="E84C3D"/>
    <a:srgbClr val="27AE63"/>
    <a:srgbClr val="A9D8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6" d="100"/>
          <a:sy n="66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E008-25CE-493E-AED6-17700AAA67C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A7C9C-0BCB-4FE0-BEB0-CAF93E9E8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48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E008-25CE-493E-AED6-17700AAA67C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A7C9C-0BCB-4FE0-BEB0-CAF93E9E8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294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E008-25CE-493E-AED6-17700AAA67C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A7C9C-0BCB-4FE0-BEB0-CAF93E9E8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138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E008-25CE-493E-AED6-17700AAA67C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A7C9C-0BCB-4FE0-BEB0-CAF93E9E8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216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E008-25CE-493E-AED6-17700AAA67C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A7C9C-0BCB-4FE0-BEB0-CAF93E9E8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79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E008-25CE-493E-AED6-17700AAA67C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A7C9C-0BCB-4FE0-BEB0-CAF93E9E8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337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E008-25CE-493E-AED6-17700AAA67C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A7C9C-0BCB-4FE0-BEB0-CAF93E9E8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078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E008-25CE-493E-AED6-17700AAA67C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A7C9C-0BCB-4FE0-BEB0-CAF93E9E8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947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E008-25CE-493E-AED6-17700AAA67C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A7C9C-0BCB-4FE0-BEB0-CAF93E9E8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769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E008-25CE-493E-AED6-17700AAA67C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A7C9C-0BCB-4FE0-BEB0-CAF93E9E8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590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E008-25CE-493E-AED6-17700AAA67C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A7C9C-0BCB-4FE0-BEB0-CAF93E9E8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060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48E008-25CE-493E-AED6-17700AAA67C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A7C9C-0BCB-4FE0-BEB0-CAF93E9E8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7647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D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line with a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E9ADAAB5-FA09-1A51-F927-C9AE94D08D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93"/>
          <a:stretch/>
        </p:blipFill>
        <p:spPr>
          <a:xfrm>
            <a:off x="5469711" y="952595"/>
            <a:ext cx="6531429" cy="5262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E0888B-993B-463F-8E36-21CD6FE683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697412" y="237049"/>
            <a:ext cx="5747656" cy="1431092"/>
          </a:xfrm>
        </p:spPr>
        <p:txBody>
          <a:bodyPr/>
          <a:lstStyle/>
          <a:p>
            <a:r>
              <a:rPr lang="en-US" dirty="0">
                <a:solidFill>
                  <a:srgbClr val="F29C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Canal Rush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D23ED9-260E-4C0F-8B02-B9BE168767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7616" y="1713280"/>
            <a:ext cx="4905827" cy="2754115"/>
          </a:xfrm>
        </p:spPr>
        <p:txBody>
          <a:bodyPr>
            <a:normAutofit lnSpcReduction="10000"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mouse-controlled navigation game .</a:t>
            </a:r>
          </a:p>
          <a:p>
            <a:pPr algn="l"/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 the orange ball through narrowing canals before time runs out. Hit the walls or run out of time and it's game over.</a:t>
            </a:r>
          </a:p>
          <a:p>
            <a:pPr algn="l"/>
            <a:endParaRPr lang="en-US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AB2D59A9-16C2-4638-9386-5ABD405B7C52}"/>
              </a:ext>
            </a:extLst>
          </p:cNvPr>
          <p:cNvSpPr/>
          <p:nvPr/>
        </p:nvSpPr>
        <p:spPr>
          <a:xfrm>
            <a:off x="347616" y="4934421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Team</a:t>
            </a: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48EB6E39-7785-4593-953C-5AADEAE0E09F}"/>
              </a:ext>
            </a:extLst>
          </p:cNvPr>
          <p:cNvSpPr/>
          <p:nvPr/>
        </p:nvSpPr>
        <p:spPr>
          <a:xfrm>
            <a:off x="896256" y="531556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2024/ICTS/028 - JADN THINESH</a:t>
            </a: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D66E40FC-C1D4-4EAB-9658-9A57EC0B20BC}"/>
              </a:ext>
            </a:extLst>
          </p:cNvPr>
          <p:cNvSpPr/>
          <p:nvPr/>
        </p:nvSpPr>
        <p:spPr>
          <a:xfrm>
            <a:off x="896255" y="5616375"/>
            <a:ext cx="29355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2024/ICTS/140 - GGKS GUNASEKARA</a:t>
            </a: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7E2C02A4-EFCA-4DF3-934A-FFA0B5A9A6AB}"/>
              </a:ext>
            </a:extLst>
          </p:cNvPr>
          <p:cNvSpPr/>
          <p:nvPr/>
        </p:nvSpPr>
        <p:spPr>
          <a:xfrm>
            <a:off x="896256" y="5908983"/>
            <a:ext cx="293551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2024/ICTS/141 - DMRS DISSANAYAKA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D237A2-2699-E29E-98C2-9DBC34821F2D}"/>
              </a:ext>
            </a:extLst>
          </p:cNvPr>
          <p:cNvSpPr txBox="1"/>
          <p:nvPr/>
        </p:nvSpPr>
        <p:spPr>
          <a:xfrm>
            <a:off x="347616" y="1992759"/>
            <a:ext cx="75198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Inspired by the classic game “Ring Challenge”.</a:t>
            </a:r>
            <a:endParaRPr lang="en-GB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129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D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6947FFF-21F2-4733-8E07-0D97BA7C78C0}"/>
              </a:ext>
            </a:extLst>
          </p:cNvPr>
          <p:cNvSpPr/>
          <p:nvPr/>
        </p:nvSpPr>
        <p:spPr>
          <a:xfrm rot="19473940">
            <a:off x="4160611" y="-121717"/>
            <a:ext cx="5918955" cy="1494972"/>
          </a:xfrm>
          <a:prstGeom prst="rect">
            <a:avLst/>
          </a:prstGeom>
          <a:solidFill>
            <a:srgbClr val="3C71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DB1CFFF-F5EF-CD0C-3906-1BFB3DE4EF93}"/>
              </a:ext>
            </a:extLst>
          </p:cNvPr>
          <p:cNvSpPr/>
          <p:nvPr/>
        </p:nvSpPr>
        <p:spPr>
          <a:xfrm rot="3093737">
            <a:off x="959493" y="-494928"/>
            <a:ext cx="5918955" cy="1494972"/>
          </a:xfrm>
          <a:prstGeom prst="rect">
            <a:avLst/>
          </a:prstGeom>
          <a:solidFill>
            <a:srgbClr val="3C71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63B23F-E182-005D-D778-874406A6BB31}"/>
              </a:ext>
            </a:extLst>
          </p:cNvPr>
          <p:cNvSpPr/>
          <p:nvPr/>
        </p:nvSpPr>
        <p:spPr>
          <a:xfrm rot="19287080">
            <a:off x="-1275527" y="430776"/>
            <a:ext cx="5918955" cy="1494972"/>
          </a:xfrm>
          <a:prstGeom prst="rect">
            <a:avLst/>
          </a:prstGeom>
          <a:solidFill>
            <a:srgbClr val="3C71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09BF84C-9F46-99ED-388F-BEA0FACA74E9}"/>
              </a:ext>
            </a:extLst>
          </p:cNvPr>
          <p:cNvSpPr/>
          <p:nvPr/>
        </p:nvSpPr>
        <p:spPr>
          <a:xfrm>
            <a:off x="10158412" y="4984413"/>
            <a:ext cx="2562225" cy="2457450"/>
          </a:xfrm>
          <a:prstGeom prst="ellipse">
            <a:avLst/>
          </a:prstGeom>
          <a:solidFill>
            <a:srgbClr val="F29C11"/>
          </a:solidFill>
          <a:ln w="76200">
            <a:solidFill>
              <a:srgbClr val="C958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96A1B5-B5AF-A52D-4B98-DB2118994FCA}"/>
              </a:ext>
            </a:extLst>
          </p:cNvPr>
          <p:cNvSpPr txBox="1">
            <a:spLocks/>
          </p:cNvSpPr>
          <p:nvPr/>
        </p:nvSpPr>
        <p:spPr>
          <a:xfrm>
            <a:off x="429985" y="424642"/>
            <a:ext cx="9144000" cy="2387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29C11"/>
                </a:solidFill>
                <a:latin typeface="Arial Black" panose="020B0A04020102020204" pitchFamily="34" charset="0"/>
              </a:rPr>
              <a:t>The Code</a:t>
            </a:r>
          </a:p>
        </p:txBody>
      </p:sp>
      <p:pic>
        <p:nvPicPr>
          <p:cNvPr id="4" name="Picture 3" descr="A computer screen with text and numbers&#10;&#10;Description automatically generated">
            <a:extLst>
              <a:ext uri="{FF2B5EF4-FFF2-40B4-BE49-F238E27FC236}">
                <a16:creationId xmlns:a16="http://schemas.microsoft.com/office/drawing/2014/main" id="{D6BC86BB-EA0E-CAF6-DE6F-ED7A768BB0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837" y="1409672"/>
            <a:ext cx="3638550" cy="1628775"/>
          </a:xfrm>
          <a:prstGeom prst="rect">
            <a:avLst/>
          </a:prstGeom>
        </p:spPr>
      </p:pic>
      <p:pic>
        <p:nvPicPr>
          <p:cNvPr id="8" name="Picture 7" descr="A computer screen with white text&#10;&#10;Description automatically generated">
            <a:extLst>
              <a:ext uri="{FF2B5EF4-FFF2-40B4-BE49-F238E27FC236}">
                <a16:creationId xmlns:a16="http://schemas.microsoft.com/office/drawing/2014/main" id="{569206ED-144E-10D0-41AF-87E882AB01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837" y="4289088"/>
            <a:ext cx="3990975" cy="13906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ACE5AE3-0863-05E5-55EC-1531203A27C2}"/>
              </a:ext>
            </a:extLst>
          </p:cNvPr>
          <p:cNvSpPr txBox="1"/>
          <p:nvPr/>
        </p:nvSpPr>
        <p:spPr>
          <a:xfrm>
            <a:off x="604838" y="3089000"/>
            <a:ext cx="37814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C718F"/>
                </a:solidFill>
              </a:rPr>
              <a:t>Perlin noise adds natural drift to the ball as it chases the mouse, making controlling the ball harder.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333024-F52F-9E57-3509-A479A61F0944}"/>
              </a:ext>
            </a:extLst>
          </p:cNvPr>
          <p:cNvSpPr txBox="1"/>
          <p:nvPr/>
        </p:nvSpPr>
        <p:spPr>
          <a:xfrm>
            <a:off x="604837" y="5773216"/>
            <a:ext cx="36385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34E68"/>
                </a:solidFill>
              </a:rPr>
              <a:t>A 5-state finite state machine drives the whole game loop clean and easy to extend.</a:t>
            </a:r>
            <a:endParaRPr lang="en-US" sz="1800" dirty="0"/>
          </a:p>
        </p:txBody>
      </p:sp>
      <p:pic>
        <p:nvPicPr>
          <p:cNvPr id="14" name="Picture 13" descr="A computer screen with text&#10;&#10;Description automatically generated">
            <a:extLst>
              <a:ext uri="{FF2B5EF4-FFF2-40B4-BE49-F238E27FC236}">
                <a16:creationId xmlns:a16="http://schemas.microsoft.com/office/drawing/2014/main" id="{C762EE22-BECD-3B6E-2873-EEE8719100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5241" y="1409672"/>
            <a:ext cx="7136341" cy="1479304"/>
          </a:xfrm>
          <a:prstGeom prst="rect">
            <a:avLst/>
          </a:prstGeom>
        </p:spPr>
      </p:pic>
      <p:pic>
        <p:nvPicPr>
          <p:cNvPr id="16" name="Picture 15" descr="A computer code with white text&#10;&#10;Description automatically generated">
            <a:extLst>
              <a:ext uri="{FF2B5EF4-FFF2-40B4-BE49-F238E27FC236}">
                <a16:creationId xmlns:a16="http://schemas.microsoft.com/office/drawing/2014/main" id="{733D5A16-23E7-EA46-6202-E2036DB237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1985" y="4841538"/>
            <a:ext cx="4314825" cy="8382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4EFF343-0276-9BC6-02C1-2180E8338F7A}"/>
              </a:ext>
            </a:extLst>
          </p:cNvPr>
          <p:cNvSpPr txBox="1"/>
          <p:nvPr/>
        </p:nvSpPr>
        <p:spPr>
          <a:xfrm>
            <a:off x="4685241" y="2929225"/>
            <a:ext cx="73019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1800" dirty="0">
                <a:solidFill>
                  <a:srgbClr val="3C718F"/>
                </a:solidFill>
              </a:rPr>
              <a:t>A switch on the level number selects the layout.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3C718F"/>
                </a:solidFill>
              </a:rPr>
              <a:t>Each level Defines corner waypoints (the route the canal follows)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3C718F"/>
                </a:solidFill>
              </a:rPr>
              <a:t>Sets </a:t>
            </a:r>
            <a:r>
              <a:rPr lang="en-GB" dirty="0" err="1">
                <a:solidFill>
                  <a:srgbClr val="3C718F"/>
                </a:solidFill>
              </a:rPr>
              <a:t>roadWidth</a:t>
            </a:r>
            <a:r>
              <a:rPr lang="en-GB" dirty="0">
                <a:solidFill>
                  <a:srgbClr val="3C718F"/>
                </a:solidFill>
              </a:rPr>
              <a:t> (narrower = harder)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3C718F"/>
              </a:solidFill>
            </a:endParaRPr>
          </a:p>
          <a:p>
            <a:pPr marL="0" indent="0">
              <a:buNone/>
            </a:pPr>
            <a:r>
              <a:rPr lang="en-GB" sz="1800" dirty="0">
                <a:solidFill>
                  <a:srgbClr val="3C718F"/>
                </a:solidFill>
              </a:rPr>
              <a:t>new </a:t>
            </a:r>
            <a:r>
              <a:rPr lang="en-GB" sz="1800" dirty="0" err="1">
                <a:solidFill>
                  <a:srgbClr val="3C718F"/>
                </a:solidFill>
              </a:rPr>
              <a:t>PVector</a:t>
            </a:r>
            <a:r>
              <a:rPr lang="en-GB" sz="1800" dirty="0">
                <a:solidFill>
                  <a:srgbClr val="3C718F"/>
                </a:solidFill>
              </a:rPr>
              <a:t>(80, 275) creates a point at x=80, y=275. The new </a:t>
            </a:r>
            <a:r>
              <a:rPr lang="en-GB" sz="1800" dirty="0" err="1">
                <a:solidFill>
                  <a:srgbClr val="3C718F"/>
                </a:solidFill>
              </a:rPr>
              <a:t>PVector</a:t>
            </a:r>
            <a:r>
              <a:rPr lang="en-GB" sz="1800" dirty="0">
                <a:solidFill>
                  <a:srgbClr val="3C718F"/>
                </a:solidFill>
              </a:rPr>
              <a:t>[]{ ... } syntax creates an array of </a:t>
            </a:r>
            <a:r>
              <a:rPr lang="en-GB" sz="1800" dirty="0" err="1">
                <a:solidFill>
                  <a:srgbClr val="3C718F"/>
                </a:solidFill>
              </a:rPr>
              <a:t>PVectors</a:t>
            </a:r>
            <a:r>
              <a:rPr lang="en-GB" sz="1800" dirty="0">
                <a:solidFill>
                  <a:srgbClr val="3C718F"/>
                </a:solidFill>
              </a:rPr>
              <a:t> in one line.</a:t>
            </a:r>
            <a:endParaRPr lang="en-US" sz="1800" dirty="0">
              <a:solidFill>
                <a:srgbClr val="3C718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9F113A-1A76-18BD-9E74-422B7AC6ADEC}"/>
              </a:ext>
            </a:extLst>
          </p:cNvPr>
          <p:cNvSpPr txBox="1"/>
          <p:nvPr/>
        </p:nvSpPr>
        <p:spPr>
          <a:xfrm>
            <a:off x="4893157" y="5682446"/>
            <a:ext cx="45324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34E68"/>
                </a:solidFill>
              </a:rPr>
              <a:t>lerp() samples points along each canal segment. </a:t>
            </a:r>
            <a:r>
              <a:rPr lang="en-US" sz="1800" dirty="0" err="1">
                <a:solidFill>
                  <a:srgbClr val="334E68"/>
                </a:solidFill>
              </a:rPr>
              <a:t>hitsWall</a:t>
            </a:r>
            <a:r>
              <a:rPr lang="en-US" sz="1800" dirty="0">
                <a:solidFill>
                  <a:srgbClr val="334E68"/>
                </a:solidFill>
              </a:rPr>
              <a:t>() checks ship distance against that sampled path.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43266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D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6655615-A139-1506-DB9A-F52282F85BBA}"/>
              </a:ext>
            </a:extLst>
          </p:cNvPr>
          <p:cNvSpPr/>
          <p:nvPr/>
        </p:nvSpPr>
        <p:spPr>
          <a:xfrm>
            <a:off x="-882038" y="-727991"/>
            <a:ext cx="2855982" cy="2594506"/>
          </a:xfrm>
          <a:prstGeom prst="ellipse">
            <a:avLst/>
          </a:prstGeom>
          <a:solidFill>
            <a:srgbClr val="27AE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CB74F16E-CB9C-5CF8-02F7-428727E04C16}"/>
              </a:ext>
            </a:extLst>
          </p:cNvPr>
          <p:cNvSpPr txBox="1">
            <a:spLocks/>
          </p:cNvSpPr>
          <p:nvPr/>
        </p:nvSpPr>
        <p:spPr>
          <a:xfrm>
            <a:off x="662938" y="1101039"/>
            <a:ext cx="7164977" cy="16557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we learned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OOP classes keep code organized and reuseable.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state machines works.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</a:t>
            </a:r>
            <a:r>
              <a:rPr lang="en-US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perlin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noise create motion.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lerp() and </a:t>
            </a:r>
            <a:r>
              <a:rPr lang="en-US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PVector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calculate paths.</a:t>
            </a:r>
          </a:p>
          <a:p>
            <a:pPr lvl="1"/>
            <a:endParaRPr lang="en-US" sz="2000" b="1" dirty="0">
              <a:solidFill>
                <a:srgbClr val="3C71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dirty="0">
              <a:solidFill>
                <a:srgbClr val="3C71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5291CE-D1B7-C8D2-7EC2-26A36E7B49A9}"/>
              </a:ext>
            </a:extLst>
          </p:cNvPr>
          <p:cNvSpPr txBox="1">
            <a:spLocks/>
          </p:cNvSpPr>
          <p:nvPr/>
        </p:nvSpPr>
        <p:spPr>
          <a:xfrm>
            <a:off x="662938" y="3576968"/>
            <a:ext cx="7164977" cy="229869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We’d improve with more time.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 canal generator with infinity levels.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Moving obstacles.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Good visuals rather than circles and rectangles.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Adding audio.</a:t>
            </a:r>
          </a:p>
          <a:p>
            <a:pPr lvl="1"/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924E73B-35A4-5590-8A94-7B47F2FEFF2B}"/>
              </a:ext>
            </a:extLst>
          </p:cNvPr>
          <p:cNvSpPr/>
          <p:nvPr/>
        </p:nvSpPr>
        <p:spPr>
          <a:xfrm>
            <a:off x="10034925" y="4589178"/>
            <a:ext cx="3338286" cy="2942250"/>
          </a:xfrm>
          <a:prstGeom prst="ellipse">
            <a:avLst/>
          </a:prstGeom>
          <a:solidFill>
            <a:srgbClr val="E84C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6220E2A5-E0A4-9D62-8FAD-11B112A4E156}"/>
              </a:ext>
            </a:extLst>
          </p:cNvPr>
          <p:cNvSpPr txBox="1">
            <a:spLocks/>
          </p:cNvSpPr>
          <p:nvPr/>
        </p:nvSpPr>
        <p:spPr>
          <a:xfrm>
            <a:off x="2281282" y="6209495"/>
            <a:ext cx="7164977" cy="16557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>
                <a:solidFill>
                  <a:srgbClr val="002060"/>
                </a:solidFill>
              </a:rPr>
              <a:t>Thank you!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2E09ACC-271E-C92D-25AE-70DCFF7879D2}"/>
              </a:ext>
            </a:extLst>
          </p:cNvPr>
          <p:cNvSpPr txBox="1">
            <a:spLocks/>
          </p:cNvSpPr>
          <p:nvPr/>
        </p:nvSpPr>
        <p:spPr>
          <a:xfrm>
            <a:off x="7827915" y="1094805"/>
            <a:ext cx="7164977" cy="16557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Used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Claude Code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Processing Reference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Coding Train (YouTube)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6590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</TotalTime>
  <Words>261</Words>
  <Application>Microsoft Office PowerPoint</Application>
  <PresentationFormat>Widescreen</PresentationFormat>
  <Paragraphs>34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Black</vt:lpstr>
      <vt:lpstr>Calibri</vt:lpstr>
      <vt:lpstr>Calibri Light</vt:lpstr>
      <vt:lpstr>Times New Roman</vt:lpstr>
      <vt:lpstr>Office Theme</vt:lpstr>
      <vt:lpstr>Canal Rush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Canal Rush</dc:title>
  <dc:creator>Rashmitha Sandeep</dc:creator>
  <cp:lastModifiedBy>TCL2046@fts.local</cp:lastModifiedBy>
  <cp:revision>7</cp:revision>
  <dcterms:created xsi:type="dcterms:W3CDTF">2026-04-29T00:27:14Z</dcterms:created>
  <dcterms:modified xsi:type="dcterms:W3CDTF">2026-04-29T07:16:36Z</dcterms:modified>
</cp:coreProperties>
</file>